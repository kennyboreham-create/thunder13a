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987" autoAdjust="0"/>
    <p:restoredTop sz="94660"/>
  </p:normalViewPr>
  <p:slideViewPr>
    <p:cSldViewPr snapToGrid="0">
      <p:cViewPr varScale="1">
        <p:scale>
          <a:sx n="73" d="100"/>
          <a:sy n="73" d="100"/>
        </p:scale>
        <p:origin x="-570" y="-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pPr/>
              <a:t>6/12/2026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pPr/>
              <a:t>6/12/2026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pPr/>
              <a:t>6/12/2026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pPr/>
              <a:t>6/12/2026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pPr/>
              <a:t>6/12/2026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pPr/>
              <a:t>6/12/2026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pPr/>
              <a:t>6/12/2026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pPr/>
              <a:t>6/12/2026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pPr/>
              <a:t>6/12/2026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pPr/>
              <a:t>6/12/2026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pPr/>
              <a:t>6/12/2026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pPr/>
              <a:t>6/12/2026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pPr/>
              <a:t>6/12/2026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pPr/>
              <a:t>6/12/2026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pPr/>
              <a:t>6/12/2026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pPr/>
              <a:t>6/12/2026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pPr/>
              <a:t>6/12/2026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pPr/>
              <a:t>6/12/2026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1" Type="http://schemas.openxmlformats.org/officeDocument/2006/relationships/audio" Target="file:///C:\Users\boreh\Downloads\dragon-studio-funky-beat-317634.mp3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First Period 	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Who is f3 </a:t>
            </a:r>
            <a:endParaRPr lang="en-US" dirty="0"/>
          </a:p>
        </p:txBody>
      </p:sp>
      <p:pic>
        <p:nvPicPr>
          <p:cNvPr id="4" name="dragon-studio-funky-beat-317634.mp3">
            <a:hlinkClick r:id="" action="ppaction://media"/>
          </p:cNvPr>
          <p:cNvPicPr>
            <a:picLocks noRot="1" noChangeAspect="1"/>
          </p:cNvPicPr>
          <p:nvPr>
            <a:audioFile r:link="rId1"/>
          </p:nvPr>
        </p:nvPicPr>
        <p:blipFill>
          <a:blip r:embed="rId3"/>
          <a:stretch>
            <a:fillRect/>
          </a:stretch>
        </p:blipFill>
        <p:spPr>
          <a:xfrm>
            <a:off x="11443063" y="520337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990648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numSld="999" showWhenStopped="0">
                <p:cTn id="7" repeatCount="indefinite" fill="hold" display="0">
                  <p:stCondLst>
                    <p:cond delay="indefinite"/>
                  </p:stCondLst>
                  <p:endCondLst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Zones</a:t>
            </a:r>
            <a:endParaRPr lang="en-US" dirty="0"/>
          </a:p>
        </p:txBody>
      </p:sp>
      <p:pic>
        <p:nvPicPr>
          <p:cNvPr id="5" name="Picture Placeholder 4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8722" b="8722"/>
          <a:stretch>
            <a:fillRect/>
          </a:stretch>
        </p:blipFill>
        <p:spPr>
          <a:xfrm>
            <a:off x="1383556" y="778581"/>
            <a:ext cx="8825658" cy="3640666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 smtClean="0"/>
              <a:t>The defensive zone is the end that your goalie is in and you are defending. The offensive zone is the end that we are trying to score 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39748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When you are </a:t>
            </a:r>
            <a:r>
              <a:rPr lang="en-US" smtClean="0"/>
              <a:t>in the offensive </a:t>
            </a:r>
            <a:r>
              <a:rPr lang="en-US" dirty="0" smtClean="0"/>
              <a:t>zone. The first three skaters will be: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F1	</a:t>
            </a:r>
            <a:endParaRPr lang="en-US" dirty="0"/>
          </a:p>
        </p:txBody>
      </p:sp>
      <p:pic>
        <p:nvPicPr>
          <p:cNvPr id="12" name="Picture Placeholder 11"/>
          <p:cNvPicPr>
            <a:picLocks noGrp="1" noChangeAspect="1"/>
          </p:cNvPicPr>
          <p:nvPr>
            <p:ph type="pic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1806" r="1806"/>
          <a:stretch>
            <a:fillRect/>
          </a:stretch>
        </p:blipFill>
        <p:spPr>
          <a:xfrm>
            <a:off x="-237446" y="2050087"/>
            <a:ext cx="4053069" cy="2100943"/>
          </a:xfrm>
        </p:spPr>
      </p:pic>
      <p:sp>
        <p:nvSpPr>
          <p:cNvPr id="5" name="Text Placeholder 4"/>
          <p:cNvSpPr>
            <a:spLocks noGrp="1"/>
          </p:cNvSpPr>
          <p:nvPr>
            <p:ph type="body" sz="half" idx="18"/>
          </p:nvPr>
        </p:nvSpPr>
        <p:spPr/>
        <p:txBody>
          <a:bodyPr/>
          <a:lstStyle/>
          <a:p>
            <a:r>
              <a:rPr lang="en-US" dirty="0" smtClean="0"/>
              <a:t>The first player to go over the other teams blue line	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smtClean="0"/>
              <a:t>F2	</a:t>
            </a:r>
            <a:endParaRPr lang="en-US" dirty="0"/>
          </a:p>
        </p:txBody>
      </p:sp>
      <p:pic>
        <p:nvPicPr>
          <p:cNvPr id="13" name="Picture Placeholder 12"/>
          <p:cNvPicPr>
            <a:picLocks noGrp="1" noChangeAspect="1"/>
          </p:cNvPicPr>
          <p:nvPr>
            <p:ph type="pic" idx="2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1962" r="1962"/>
          <a:stretch>
            <a:fillRect/>
          </a:stretch>
        </p:blipFill>
        <p:spPr>
          <a:xfrm>
            <a:off x="3482060" y="2129943"/>
            <a:ext cx="3732824" cy="1941230"/>
          </a:xfrm>
        </p:spPr>
      </p:pic>
      <p:sp>
        <p:nvSpPr>
          <p:cNvPr id="8" name="Text Placeholder 7"/>
          <p:cNvSpPr>
            <a:spLocks noGrp="1"/>
          </p:cNvSpPr>
          <p:nvPr>
            <p:ph type="body" sz="half" idx="19"/>
          </p:nvPr>
        </p:nvSpPr>
        <p:spPr/>
        <p:txBody>
          <a:bodyPr/>
          <a:lstStyle/>
          <a:p>
            <a:r>
              <a:rPr lang="en-US" dirty="0" smtClean="0"/>
              <a:t>The 2</a:t>
            </a:r>
            <a:r>
              <a:rPr lang="en-US" baseline="30000" dirty="0" smtClean="0"/>
              <a:t>nd</a:t>
            </a:r>
            <a:r>
              <a:rPr lang="en-US" dirty="0" smtClean="0"/>
              <a:t> player to go over the other teams blue line	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F3</a:t>
            </a:r>
            <a:endParaRPr lang="en-US" dirty="0"/>
          </a:p>
        </p:txBody>
      </p:sp>
      <p:pic>
        <p:nvPicPr>
          <p:cNvPr id="14" name="Picture Placeholder 13"/>
          <p:cNvPicPr>
            <a:picLocks noGrp="1" noChangeAspect="1"/>
          </p:cNvPicPr>
          <p:nvPr>
            <p:ph type="pic" idx="2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1936" r="1936"/>
          <a:stretch>
            <a:fillRect/>
          </a:stretch>
        </p:blipFill>
        <p:spPr>
          <a:xfrm>
            <a:off x="6985906" y="2129943"/>
            <a:ext cx="3734844" cy="1941229"/>
          </a:xfrm>
        </p:spPr>
      </p:pic>
      <p:sp>
        <p:nvSpPr>
          <p:cNvPr id="11" name="Text Placeholder 10"/>
          <p:cNvSpPr>
            <a:spLocks noGrp="1"/>
          </p:cNvSpPr>
          <p:nvPr>
            <p:ph type="body" sz="half" idx="20"/>
          </p:nvPr>
        </p:nvSpPr>
        <p:spPr/>
        <p:txBody>
          <a:bodyPr/>
          <a:lstStyle/>
          <a:p>
            <a:r>
              <a:rPr lang="en-US" dirty="0" smtClean="0"/>
              <a:t>The 3 player to skate over the other teams blue 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35758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 the offensive zone. F1 is the farthest in, F2 is 2</a:t>
            </a:r>
            <a:r>
              <a:rPr lang="en-US" baseline="30000" dirty="0" smtClean="0"/>
              <a:t>nd</a:t>
            </a:r>
            <a:r>
              <a:rPr lang="en-US" dirty="0" smtClean="0"/>
              <a:t>, </a:t>
            </a:r>
            <a:r>
              <a:rPr lang="en-US" smtClean="0"/>
              <a:t>and F3 is </a:t>
            </a:r>
            <a:r>
              <a:rPr lang="en-US" dirty="0" smtClean="0"/>
              <a:t>3</a:t>
            </a:r>
            <a:r>
              <a:rPr lang="en-US" baseline="30000" dirty="0" smtClean="0"/>
              <a:t>rd</a:t>
            </a:r>
            <a:r>
              <a:rPr lang="en-US" dirty="0" smtClean="0"/>
              <a:t>.</a:t>
            </a:r>
            <a:endParaRPr lang="en-US" dirty="0"/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-73479" y="2605099"/>
            <a:ext cx="5619725" cy="2807821"/>
          </a:xfrm>
        </p:spPr>
      </p:pic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675" y="2394857"/>
            <a:ext cx="4396339" cy="576262"/>
          </a:xfrm>
        </p:spPr>
        <p:txBody>
          <a:bodyPr/>
          <a:lstStyle/>
          <a:p>
            <a:pPr algn="ctr"/>
            <a:r>
              <a:rPr lang="en-US" dirty="0" smtClean="0"/>
              <a:t>Find the F2</a:t>
            </a:r>
            <a:endParaRPr lang="en-US" dirty="0"/>
          </a:p>
        </p:txBody>
      </p:sp>
      <p:pic>
        <p:nvPicPr>
          <p:cNvPr id="10" name="Content Placeholder 9"/>
          <p:cNvPicPr>
            <a:picLocks noGrp="1" noChangeAspect="1"/>
          </p:cNvPicPr>
          <p:nvPr>
            <p:ph sz="quarter" idx="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009696" y="3197513"/>
            <a:ext cx="6068083" cy="3031837"/>
          </a:xfrm>
        </p:spPr>
      </p:pic>
    </p:spTree>
    <p:extLst>
      <p:ext uri="{BB962C8B-B14F-4D97-AF65-F5344CB8AC3E}">
        <p14:creationId xmlns:p14="http://schemas.microsoft.com/office/powerpoint/2010/main" xmlns="" val="329845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Find the F1 in every picture</a:t>
            </a:r>
            <a:endParaRPr lang="en-US" dirty="0"/>
          </a:p>
        </p:txBody>
      </p:sp>
      <p:pic>
        <p:nvPicPr>
          <p:cNvPr id="12" name="Picture Placeholder 11"/>
          <p:cNvPicPr>
            <a:picLocks noGrp="1" noChangeAspect="1"/>
          </p:cNvPicPr>
          <p:nvPr>
            <p:ph type="pic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1806" r="1806"/>
          <a:stretch>
            <a:fillRect/>
          </a:stretch>
        </p:blipFill>
        <p:spPr>
          <a:xfrm>
            <a:off x="0" y="1853248"/>
            <a:ext cx="4032661" cy="2090364"/>
          </a:xfrm>
        </p:spPr>
      </p:pic>
      <p:pic>
        <p:nvPicPr>
          <p:cNvPr id="13" name="Picture Placeholder 12"/>
          <p:cNvPicPr>
            <a:picLocks noGrp="1" noChangeAspect="1"/>
          </p:cNvPicPr>
          <p:nvPr>
            <p:ph type="pic" idx="2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1962" r="1962"/>
          <a:stretch>
            <a:fillRect/>
          </a:stretch>
        </p:blipFill>
        <p:spPr>
          <a:xfrm>
            <a:off x="3464831" y="1926618"/>
            <a:ext cx="4019596" cy="2090364"/>
          </a:xfrm>
        </p:spPr>
      </p:pic>
      <p:pic>
        <p:nvPicPr>
          <p:cNvPr id="14" name="Picture Placeholder 13"/>
          <p:cNvPicPr>
            <a:picLocks noGrp="1" noChangeAspect="1"/>
          </p:cNvPicPr>
          <p:nvPr>
            <p:ph type="pic" idx="2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1936" r="1936"/>
          <a:stretch>
            <a:fillRect/>
          </a:stretch>
        </p:blipFill>
        <p:spPr>
          <a:xfrm>
            <a:off x="6818497" y="1926618"/>
            <a:ext cx="3869343" cy="2011136"/>
          </a:xfrm>
        </p:spPr>
      </p:pic>
      <p:pic>
        <p:nvPicPr>
          <p:cNvPr id="15" name="Picture Placeholder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-129496" y="4275562"/>
            <a:ext cx="4486914" cy="2241827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6" name="Picture Placeholder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334705" y="4202192"/>
            <a:ext cx="4279847" cy="2138369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7" name="Picture Placeholder 1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696023" y="4202192"/>
            <a:ext cx="4219627" cy="2108281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xmlns="" val="2242818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Find </a:t>
            </a:r>
            <a:r>
              <a:rPr lang="en-US" smtClean="0"/>
              <a:t>the F2 </a:t>
            </a:r>
            <a:r>
              <a:rPr lang="en-US" dirty="0" smtClean="0"/>
              <a:t>in every picture</a:t>
            </a:r>
            <a:endParaRPr lang="en-US" dirty="0"/>
          </a:p>
        </p:txBody>
      </p:sp>
      <p:pic>
        <p:nvPicPr>
          <p:cNvPr id="12" name="Picture Placeholder 11"/>
          <p:cNvPicPr>
            <a:picLocks noGrp="1" noChangeAspect="1"/>
          </p:cNvPicPr>
          <p:nvPr>
            <p:ph type="pic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1806" r="1806"/>
          <a:stretch>
            <a:fillRect/>
          </a:stretch>
        </p:blipFill>
        <p:spPr>
          <a:xfrm>
            <a:off x="0" y="1853248"/>
            <a:ext cx="4032661" cy="2090364"/>
          </a:xfrm>
        </p:spPr>
      </p:pic>
      <p:pic>
        <p:nvPicPr>
          <p:cNvPr id="13" name="Picture Placeholder 12"/>
          <p:cNvPicPr>
            <a:picLocks noGrp="1" noChangeAspect="1"/>
          </p:cNvPicPr>
          <p:nvPr>
            <p:ph type="pic" idx="2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1962" r="1962"/>
          <a:stretch>
            <a:fillRect/>
          </a:stretch>
        </p:blipFill>
        <p:spPr>
          <a:xfrm>
            <a:off x="3464831" y="1926618"/>
            <a:ext cx="4019596" cy="2090364"/>
          </a:xfrm>
        </p:spPr>
      </p:pic>
      <p:pic>
        <p:nvPicPr>
          <p:cNvPr id="14" name="Picture Placeholder 13"/>
          <p:cNvPicPr>
            <a:picLocks noGrp="1" noChangeAspect="1"/>
          </p:cNvPicPr>
          <p:nvPr>
            <p:ph type="pic" idx="2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1936" r="1936"/>
          <a:stretch>
            <a:fillRect/>
          </a:stretch>
        </p:blipFill>
        <p:spPr>
          <a:xfrm>
            <a:off x="6818497" y="1926618"/>
            <a:ext cx="3869343" cy="2011136"/>
          </a:xfrm>
        </p:spPr>
      </p:pic>
      <p:pic>
        <p:nvPicPr>
          <p:cNvPr id="15" name="Picture Placeholder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-129496" y="4275562"/>
            <a:ext cx="4486914" cy="2241827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6" name="Picture Placeholder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334705" y="4202192"/>
            <a:ext cx="4279847" cy="2138369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7" name="Picture Placeholder 1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696023" y="4202192"/>
            <a:ext cx="4219627" cy="2108281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xmlns="" val="2685682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Find </a:t>
            </a:r>
            <a:r>
              <a:rPr lang="en-US" smtClean="0"/>
              <a:t>the F3 </a:t>
            </a:r>
            <a:r>
              <a:rPr lang="en-US" dirty="0" smtClean="0"/>
              <a:t>in every picture</a:t>
            </a:r>
            <a:endParaRPr lang="en-US" dirty="0"/>
          </a:p>
        </p:txBody>
      </p:sp>
      <p:pic>
        <p:nvPicPr>
          <p:cNvPr id="12" name="Picture Placeholder 11"/>
          <p:cNvPicPr>
            <a:picLocks noGrp="1" noChangeAspect="1"/>
          </p:cNvPicPr>
          <p:nvPr>
            <p:ph type="pic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1806" r="1806"/>
          <a:stretch>
            <a:fillRect/>
          </a:stretch>
        </p:blipFill>
        <p:spPr>
          <a:xfrm>
            <a:off x="0" y="1853248"/>
            <a:ext cx="4032661" cy="2090364"/>
          </a:xfrm>
        </p:spPr>
      </p:pic>
      <p:pic>
        <p:nvPicPr>
          <p:cNvPr id="13" name="Picture Placeholder 12"/>
          <p:cNvPicPr>
            <a:picLocks noGrp="1" noChangeAspect="1"/>
          </p:cNvPicPr>
          <p:nvPr>
            <p:ph type="pic" idx="2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1962" r="1962"/>
          <a:stretch>
            <a:fillRect/>
          </a:stretch>
        </p:blipFill>
        <p:spPr>
          <a:xfrm>
            <a:off x="3464831" y="1926618"/>
            <a:ext cx="4019596" cy="2090364"/>
          </a:xfrm>
        </p:spPr>
      </p:pic>
      <p:pic>
        <p:nvPicPr>
          <p:cNvPr id="14" name="Picture Placeholder 13"/>
          <p:cNvPicPr>
            <a:picLocks noGrp="1" noChangeAspect="1"/>
          </p:cNvPicPr>
          <p:nvPr>
            <p:ph type="pic" idx="2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1936" r="1936"/>
          <a:stretch>
            <a:fillRect/>
          </a:stretch>
        </p:blipFill>
        <p:spPr>
          <a:xfrm>
            <a:off x="6818497" y="1926618"/>
            <a:ext cx="3869343" cy="2011136"/>
          </a:xfrm>
        </p:spPr>
      </p:pic>
      <p:pic>
        <p:nvPicPr>
          <p:cNvPr id="15" name="Picture Placeholder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-129496" y="4275562"/>
            <a:ext cx="4486914" cy="2241827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6" name="Picture Placeholder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334705" y="4202192"/>
            <a:ext cx="4279847" cy="2138369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7" name="Picture Placeholder 1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696023" y="4202192"/>
            <a:ext cx="4219627" cy="2108281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xmlns="" val="2760946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64407" y="807720"/>
            <a:ext cx="8825658" cy="3329581"/>
          </a:xfrm>
        </p:spPr>
        <p:txBody>
          <a:bodyPr/>
          <a:lstStyle/>
          <a:p>
            <a:r>
              <a:rPr lang="en-US" dirty="0" smtClean="0"/>
              <a:t>Did you find them all</a:t>
            </a:r>
            <a:r>
              <a:rPr lang="en-US" dirty="0" smtClean="0"/>
              <a:t>	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dirty="0" smtClean="0"/>
              <a:t>THE END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990648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90</TotalTime>
  <Words>135</Words>
  <Application>Microsoft Office PowerPoint</Application>
  <PresentationFormat>Custom</PresentationFormat>
  <Paragraphs>18</Paragraphs>
  <Slides>8</Slides>
  <Notes>0</Notes>
  <HiddenSlides>0</HiddenSlides>
  <MMClips>1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Ion</vt:lpstr>
      <vt:lpstr>First Period  </vt:lpstr>
      <vt:lpstr>Zones</vt:lpstr>
      <vt:lpstr>When you are in the offensive zone. The first three skaters will be:</vt:lpstr>
      <vt:lpstr>In the offensive zone. F1 is the farthest in, F2 is 2nd, and F3 is 3rd.</vt:lpstr>
      <vt:lpstr>Find the F1 in every picture</vt:lpstr>
      <vt:lpstr>Find the F2 in every picture</vt:lpstr>
      <vt:lpstr>Find the F3 in every picture</vt:lpstr>
      <vt:lpstr>Did you find them all </vt:lpstr>
    </vt:vector>
  </TitlesOfParts>
  <Company>Bell Solutions Techniques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First Period</dc:title>
  <dc:creator>Boreham, Kenneth (59360)</dc:creator>
  <cp:lastModifiedBy>Kenny Boreham</cp:lastModifiedBy>
  <cp:revision>10</cp:revision>
  <dcterms:created xsi:type="dcterms:W3CDTF">2026-06-12T12:02:40Z</dcterms:created>
  <dcterms:modified xsi:type="dcterms:W3CDTF">2026-06-12T14:04:22Z</dcterms:modified>
</cp:coreProperties>
</file>